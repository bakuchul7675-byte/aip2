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9FB13-DBEA-21F4-432E-72C919E3E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0B65AE-1B1F-6A2F-950A-F3244C61B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60F2ED-8A60-20AD-8143-B2A89B35D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08C6E1-A3BD-EDB5-E681-7A451130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35706-4273-8EA0-9005-1B3674AA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29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E7C0E-BFB4-C916-049C-C0DE398E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7B80A3-306D-7126-1535-CB565F93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EFDEE-6642-9F21-1DA7-B171878D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1522EF-430F-84CD-F2E3-3D94993F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46918E-ADE9-692F-34F2-CF663D46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671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B31EA-EDCC-833B-5D8C-38F1CE0B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CFBA41-F60F-A3FF-2895-196E1920B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AE33A8-0F11-7BEA-42DE-8C8067F4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2B04-18E5-2412-3372-862486E8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799589-B2D2-350D-C973-9CD3CE66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25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22CA1-9013-EA35-BF90-2FBE1C27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7100C3-7290-700A-7DD6-2708E0E5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E9B314-28E7-69EB-BD07-D13AD71CC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34A77C-18AD-857C-B28C-1EACB7739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5BC520-C362-2408-87B9-CD7AB247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BF9301-DB7F-69A5-662A-165A6093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87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647FA-BC3C-35A3-C039-80E523F9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0A9772-ADA7-A45B-1C1B-5910AA57D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50DC78-3AA8-4356-006A-20229092E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560AC6-6C61-05DF-3CB7-E0C4EEFAA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001DDE-390E-6AE0-26BB-C41CF843D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909341-31FB-2FEE-37C7-7C6583F8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3825B0-8540-2D5B-04DE-B663494E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220A03-88AF-2546-6F14-2E71F143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0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7F955-92BD-C20D-38FE-9C39725C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901980-2B05-BAD0-466F-5A85EA2B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45D4D3-256B-4945-1F71-34E844333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FC7542-9896-2A4A-1AD1-6F807309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5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F70A4-5613-F00C-B56F-ACA1A576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C8B0E7-DD39-EB8A-DBB2-492608C82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68D389-E9A8-C43F-F0C9-0F028290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D6C8E-1C2F-EA3B-B4CA-A304E24F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E81255-62B5-FE81-912C-FA2956B6F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33F2E5-7071-2503-1C31-00EAA8C06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950625-3E24-6E99-A90C-D4E34D4F4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C736F-00F4-7653-1610-744B9DDC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472541-BEAC-BD88-05DC-62F198BB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4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2CB51-56A8-6AEC-A131-E867078A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8F9624-57F2-1158-A21C-C45B57004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E5AEAA-03D6-A96C-C255-3C645FDD7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910CE0-E9F8-28B6-3972-7E6D15DC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3A04A-C572-F853-B02A-0AE26871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52ED97-3E8A-8EA5-DECF-124F6D3C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00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7740C-7940-2E5A-C054-C467B609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994E24-2D47-0639-13CC-D093242BE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AAA57-D41E-EE5A-E0D1-F8206C51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FD43DF-7B06-BBA2-FF07-D9A498A1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BC599-C615-6E15-73E8-C1C77930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440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E158A4-12A6-EC63-F45B-D84619689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61E270-8418-AEA1-E314-EFC61DAC9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483EC-21E8-39A5-91E6-CFEB2E0B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5BC25F-FA1B-92BC-1202-C9500BA0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D4236C-07C8-4C1A-36B2-C1627181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19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147001-3867-9F9E-F203-2DC3C5CB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B276F-B468-4EE0-83E4-8DDFBF637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9DEF56-8A80-DDDB-DFAA-0344EAB3E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1F0F6-1741-4A12-9AC9-009CBD679D0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329F1A-9B6B-DD83-CE51-6410FC00D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AC766-0F16-3608-8842-0DDA399C1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D4B52-D72E-4828-87D9-39BF6DA93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53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1CD5B-4415-3377-5269-88F158A04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우울해서 </a:t>
            </a:r>
            <a:r>
              <a:rPr lang="ko-KR" altLang="en-US" dirty="0" err="1"/>
              <a:t>빵샀어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EB69DE-05D5-8347-5B58-F7D6384D5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조</a:t>
            </a:r>
            <a:r>
              <a:rPr lang="en-US" altLang="ko-KR" dirty="0"/>
              <a:t> </a:t>
            </a:r>
            <a:r>
              <a:rPr lang="ko-KR" altLang="en-US" dirty="0" err="1"/>
              <a:t>양다윗</a:t>
            </a:r>
            <a:r>
              <a:rPr lang="en-US" altLang="ko-KR" dirty="0"/>
              <a:t>, </a:t>
            </a:r>
            <a:r>
              <a:rPr lang="ko-KR" altLang="en-US" dirty="0" err="1"/>
              <a:t>엘몬</a:t>
            </a:r>
            <a:r>
              <a:rPr lang="en-US" altLang="ko-KR" dirty="0"/>
              <a:t>, </a:t>
            </a:r>
            <a:r>
              <a:rPr lang="ko-KR" altLang="en-US" dirty="0"/>
              <a:t>비비안</a:t>
            </a:r>
          </a:p>
        </p:txBody>
      </p:sp>
    </p:spTree>
    <p:extLst>
      <p:ext uri="{BB962C8B-B14F-4D97-AF65-F5344CB8AC3E}">
        <p14:creationId xmlns:p14="http://schemas.microsoft.com/office/powerpoint/2010/main" val="229888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38C05-185C-C487-D92A-2DFD5485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43B19-4C26-4469-B244-0CE3373D5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dirty="0"/>
          </a:p>
          <a:p>
            <a:r>
              <a:rPr lang="ko-KR" altLang="en-US" sz="2400" dirty="0"/>
              <a:t>대전은 성심당 및 특정 장소만 유명해 유동인구가 적음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장사가 잘 안되는 곳은 상대적으로 인지도가 낮음을 확인</a:t>
            </a:r>
          </a:p>
        </p:txBody>
      </p:sp>
    </p:spTree>
    <p:extLst>
      <p:ext uri="{BB962C8B-B14F-4D97-AF65-F5344CB8AC3E}">
        <p14:creationId xmlns:p14="http://schemas.microsoft.com/office/powerpoint/2010/main" val="331146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E31CA-3836-9782-DD70-2709272D5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C8709-6377-C053-0B3C-086988CA0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유동인구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카드 매출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폐업률</a:t>
            </a:r>
            <a:r>
              <a:rPr lang="en-US" altLang="ko-KR" dirty="0"/>
              <a:t>, </a:t>
            </a:r>
            <a:r>
              <a:rPr lang="ko-KR" altLang="en-US" dirty="0"/>
              <a:t>업체 현황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90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C9B6B-1388-32F3-3B04-7DC49085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솔루션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01D86-E835-CACA-D2A3-975A32063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유저가 프롬프트 입력</a:t>
            </a:r>
            <a:endParaRPr lang="en-US" altLang="ko-KR" dirty="0"/>
          </a:p>
          <a:p>
            <a:r>
              <a:rPr lang="ko-KR" altLang="en-US" dirty="0"/>
              <a:t>모델이 우울의 수치를 확인 </a:t>
            </a:r>
            <a:endParaRPr lang="en-US" altLang="ko-KR" dirty="0"/>
          </a:p>
          <a:p>
            <a:r>
              <a:rPr lang="ko-KR" altLang="en-US" dirty="0"/>
              <a:t>수치가 </a:t>
            </a:r>
            <a:r>
              <a:rPr lang="en-US" altLang="ko-KR" dirty="0"/>
              <a:t>0.7 </a:t>
            </a:r>
            <a:r>
              <a:rPr lang="ko-KR" altLang="en-US" dirty="0"/>
              <a:t>이하면 대전 여행 추천</a:t>
            </a:r>
            <a:endParaRPr lang="en-US" altLang="ko-KR" dirty="0"/>
          </a:p>
          <a:p>
            <a:r>
              <a:rPr lang="ko-KR" altLang="en-US" dirty="0"/>
              <a:t>수치가 </a:t>
            </a:r>
            <a:r>
              <a:rPr lang="en-US" altLang="ko-KR" dirty="0"/>
              <a:t>0.7 </a:t>
            </a:r>
            <a:r>
              <a:rPr lang="ko-KR" altLang="en-US" dirty="0"/>
              <a:t>초과면 복지 추천</a:t>
            </a:r>
          </a:p>
        </p:txBody>
      </p:sp>
    </p:spTree>
    <p:extLst>
      <p:ext uri="{BB962C8B-B14F-4D97-AF65-F5344CB8AC3E}">
        <p14:creationId xmlns:p14="http://schemas.microsoft.com/office/powerpoint/2010/main" val="1591064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A69CF-DE61-4B48-F1EC-F3FC64D8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적용 기술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B428ED-ED96-6F51-56D0-C86FF24D4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4811"/>
          </a:xfrm>
        </p:spPr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모델</a:t>
            </a:r>
            <a:endParaRPr lang="en-US" altLang="ko-KR" dirty="0"/>
          </a:p>
          <a:p>
            <a:pPr lvl="1"/>
            <a:r>
              <a:rPr lang="ko-KR" altLang="en-US" dirty="0"/>
              <a:t>대전 상권</a:t>
            </a:r>
            <a:r>
              <a:rPr lang="en-US" altLang="ko-KR" dirty="0"/>
              <a:t>, </a:t>
            </a:r>
            <a:r>
              <a:rPr lang="ko-KR" altLang="en-US" dirty="0"/>
              <a:t>업계 학습</a:t>
            </a:r>
            <a:endParaRPr lang="en-US" altLang="ko-KR" dirty="0"/>
          </a:p>
          <a:p>
            <a:pPr lvl="1"/>
            <a:r>
              <a:rPr lang="ko-KR" altLang="en-US" dirty="0"/>
              <a:t>유동 인구와 카드 매출 학습 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85C2A02-1486-7EF6-B416-975996CC736E}"/>
              </a:ext>
            </a:extLst>
          </p:cNvPr>
          <p:cNvSpPr txBox="1">
            <a:spLocks/>
          </p:cNvSpPr>
          <p:nvPr/>
        </p:nvSpPr>
        <p:spPr>
          <a:xfrm>
            <a:off x="838200" y="3862244"/>
            <a:ext cx="10515600" cy="1434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LLM</a:t>
            </a:r>
          </a:p>
          <a:p>
            <a:pPr lvl="1"/>
            <a:r>
              <a:rPr lang="ko-KR" altLang="en-US" dirty="0"/>
              <a:t>사용자에게 프롬프트를 받고</a:t>
            </a:r>
            <a:endParaRPr lang="en-US" altLang="ko-KR" dirty="0"/>
          </a:p>
          <a:p>
            <a:pPr lvl="1"/>
            <a:r>
              <a:rPr lang="en-US" altLang="ko-KR" dirty="0"/>
              <a:t>RAG</a:t>
            </a:r>
            <a:r>
              <a:rPr lang="ko-KR" altLang="en-US" dirty="0"/>
              <a:t>에 기반한 사용자 맞춤 대전 인프라 추천</a:t>
            </a:r>
            <a:endParaRPr lang="en-US" altLang="ko-K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8448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760A7-808C-A816-9079-FF0313A13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DBC9C8-29C4-C23A-D3E9-4C639B64BB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89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90</Words>
  <Application>Microsoft Office PowerPoint</Application>
  <PresentationFormat>와이드스크린</PresentationFormat>
  <Paragraphs>27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우울해서 빵샀어</vt:lpstr>
      <vt:lpstr>1. 주제</vt:lpstr>
      <vt:lpstr>2. 데이터</vt:lpstr>
      <vt:lpstr>3. 솔루션 구조</vt:lpstr>
      <vt:lpstr>4. 적용 기술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konyang</dc:creator>
  <cp:lastModifiedBy>konyang</cp:lastModifiedBy>
  <cp:revision>1</cp:revision>
  <dcterms:created xsi:type="dcterms:W3CDTF">2026-09-03T06:09:06Z</dcterms:created>
  <dcterms:modified xsi:type="dcterms:W3CDTF">2026-09-03T06:38:18Z</dcterms:modified>
</cp:coreProperties>
</file>